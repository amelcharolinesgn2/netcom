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5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3769-B8E3-4AE4-8143-E7FB194A5A2D}" type="datetimeFigureOut">
              <a:rPr lang="en-ID" smtClean="0"/>
              <a:t>19/02/2025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2443-8EFC-4520-A203-3FFB82454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1838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3769-B8E3-4AE4-8143-E7FB194A5A2D}" type="datetimeFigureOut">
              <a:rPr lang="en-ID" smtClean="0"/>
              <a:t>19/02/2025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2443-8EFC-4520-A203-3FFB82454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7002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3769-B8E3-4AE4-8143-E7FB194A5A2D}" type="datetimeFigureOut">
              <a:rPr lang="en-ID" smtClean="0"/>
              <a:t>19/02/2025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2443-8EFC-4520-A203-3FFB82454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2214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3769-B8E3-4AE4-8143-E7FB194A5A2D}" type="datetimeFigureOut">
              <a:rPr lang="en-ID" smtClean="0"/>
              <a:t>19/02/2025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2443-8EFC-4520-A203-3FFB82454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3713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3769-B8E3-4AE4-8143-E7FB194A5A2D}" type="datetimeFigureOut">
              <a:rPr lang="en-ID" smtClean="0"/>
              <a:t>19/02/2025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2443-8EFC-4520-A203-3FFB82454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42174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3769-B8E3-4AE4-8143-E7FB194A5A2D}" type="datetimeFigureOut">
              <a:rPr lang="en-ID" smtClean="0"/>
              <a:t>19/02/2025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2443-8EFC-4520-A203-3FFB82454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2157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3769-B8E3-4AE4-8143-E7FB194A5A2D}" type="datetimeFigureOut">
              <a:rPr lang="en-ID" smtClean="0"/>
              <a:t>19/02/2025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2443-8EFC-4520-A203-3FFB82454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151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3769-B8E3-4AE4-8143-E7FB194A5A2D}" type="datetimeFigureOut">
              <a:rPr lang="en-ID" smtClean="0"/>
              <a:t>19/02/2025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2443-8EFC-4520-A203-3FFB82454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2808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3769-B8E3-4AE4-8143-E7FB194A5A2D}" type="datetimeFigureOut">
              <a:rPr lang="en-ID" smtClean="0"/>
              <a:t>19/02/2025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2443-8EFC-4520-A203-3FFB82454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8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3769-B8E3-4AE4-8143-E7FB194A5A2D}" type="datetimeFigureOut">
              <a:rPr lang="en-ID" smtClean="0"/>
              <a:t>19/02/2025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2443-8EFC-4520-A203-3FFB82454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2605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3769-B8E3-4AE4-8143-E7FB194A5A2D}" type="datetimeFigureOut">
              <a:rPr lang="en-ID" smtClean="0"/>
              <a:t>19/02/2025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2443-8EFC-4520-A203-3FFB82454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2139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D3769-B8E3-4AE4-8143-E7FB194A5A2D}" type="datetimeFigureOut">
              <a:rPr lang="en-ID" smtClean="0"/>
              <a:t>19/02/2025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62443-8EFC-4520-A203-3FFB8245485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260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75CE7-3654-4101-BD3F-030EA600A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UJIAN TENGAH </a:t>
            </a:r>
            <a:r>
              <a:rPr lang="en-US" b="1" dirty="0" smtClean="0"/>
              <a:t>SEMESTER</a:t>
            </a:r>
            <a:endParaRPr lang="en-ID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D6A0BB-7F60-4EBE-8B0C-59281A1E34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ITD-TK</a:t>
            </a:r>
            <a:endParaRPr lang="en-US" b="1" dirty="0"/>
          </a:p>
          <a:p>
            <a:r>
              <a:rPr lang="en-US" b="1" dirty="0" smtClean="0"/>
              <a:t>2025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100924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B3FE6-57C5-41F4-9DA3-E580E7E7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Persiapan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3F4A1-05B8-44CD-86BC-BB2BEA8F7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Dikerjakan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berkelompok</a:t>
            </a:r>
            <a:r>
              <a:rPr lang="en-US" dirty="0"/>
              <a:t> (</a:t>
            </a:r>
            <a:r>
              <a:rPr lang="en-US" dirty="0" err="1"/>
              <a:t>maksimal</a:t>
            </a:r>
            <a:r>
              <a:rPr lang="en-US" dirty="0"/>
              <a:t> 4 orang)</a:t>
            </a:r>
          </a:p>
          <a:p>
            <a:r>
              <a:rPr lang="en-US" dirty="0"/>
              <a:t>Tools :</a:t>
            </a:r>
          </a:p>
          <a:p>
            <a:pPr lvl="1"/>
            <a:r>
              <a:rPr lang="en-US" dirty="0" err="1"/>
              <a:t>Virtualbox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Vmware</a:t>
            </a:r>
            <a:endParaRPr lang="en-US" dirty="0"/>
          </a:p>
          <a:p>
            <a:pPr lvl="1"/>
            <a:r>
              <a:rPr lang="en-US" dirty="0" err="1"/>
              <a:t>Winbox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File ISO/image </a:t>
            </a:r>
            <a:r>
              <a:rPr lang="en-US" dirty="0" err="1"/>
              <a:t>RouterOS</a:t>
            </a:r>
            <a:r>
              <a:rPr lang="en-US" dirty="0"/>
              <a:t> CHR </a:t>
            </a:r>
            <a:r>
              <a:rPr lang="en-US" dirty="0" err="1"/>
              <a:t>atau</a:t>
            </a:r>
            <a:r>
              <a:rPr lang="en-US" dirty="0"/>
              <a:t> file ISO </a:t>
            </a:r>
            <a:r>
              <a:rPr lang="en-US" dirty="0" err="1"/>
              <a:t>Mikrotik</a:t>
            </a:r>
            <a:r>
              <a:rPr lang="en-US" dirty="0"/>
              <a:t> Router OS </a:t>
            </a:r>
            <a:r>
              <a:rPr lang="en-US" dirty="0" err="1"/>
              <a:t>versi</a:t>
            </a:r>
            <a:r>
              <a:rPr lang="en-US" dirty="0"/>
              <a:t> lain</a:t>
            </a:r>
          </a:p>
          <a:p>
            <a:pPr lvl="1"/>
            <a:r>
              <a:rPr lang="en-US" dirty="0"/>
              <a:t>Windows VM yang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dijalankan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Virtualbox</a:t>
            </a:r>
            <a:r>
              <a:rPr lang="en-US" dirty="0"/>
              <a:t>/</a:t>
            </a:r>
            <a:r>
              <a:rPr lang="en-US" dirty="0" err="1"/>
              <a:t>Vmware</a:t>
            </a:r>
            <a:endParaRPr lang="en-US" dirty="0"/>
          </a:p>
          <a:p>
            <a:pPr lvl="1"/>
            <a:r>
              <a:rPr lang="en-US" dirty="0"/>
              <a:t>Browser</a:t>
            </a:r>
          </a:p>
          <a:p>
            <a:pPr lvl="1"/>
            <a:r>
              <a:rPr lang="en-US" dirty="0" err="1"/>
              <a:t>Koneksi</a:t>
            </a:r>
            <a:r>
              <a:rPr lang="en-US" dirty="0"/>
              <a:t> internet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dikoneksikan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bridge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Virtualbox</a:t>
            </a:r>
            <a:r>
              <a:rPr lang="en-US" dirty="0"/>
              <a:t>/</a:t>
            </a:r>
            <a:r>
              <a:rPr lang="en-US" dirty="0" err="1"/>
              <a:t>Vmware</a:t>
            </a:r>
            <a:endParaRPr lang="en-US" dirty="0"/>
          </a:p>
          <a:p>
            <a:pPr lvl="1"/>
            <a:r>
              <a:rPr lang="en-US" dirty="0"/>
              <a:t>Tethering </a:t>
            </a:r>
            <a:r>
              <a:rPr lang="en-US" dirty="0" err="1"/>
              <a:t>bagi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koneksi</a:t>
            </a:r>
            <a:r>
              <a:rPr lang="en-US" dirty="0"/>
              <a:t> internet dedicated</a:t>
            </a:r>
          </a:p>
        </p:txBody>
      </p:sp>
    </p:spTree>
    <p:extLst>
      <p:ext uri="{BB962C8B-B14F-4D97-AF65-F5344CB8AC3E}">
        <p14:creationId xmlns:p14="http://schemas.microsoft.com/office/powerpoint/2010/main" val="14467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59272-E885-4A81-8749-D36DEA573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Topologi</a:t>
            </a:r>
            <a:r>
              <a:rPr lang="en-US" b="1" dirty="0"/>
              <a:t> </a:t>
            </a:r>
            <a:r>
              <a:rPr lang="en-US" b="1" dirty="0" err="1"/>
              <a:t>Studi</a:t>
            </a:r>
            <a:r>
              <a:rPr lang="en-US" b="1" dirty="0"/>
              <a:t> </a:t>
            </a:r>
            <a:r>
              <a:rPr lang="en-US" b="1" dirty="0" err="1"/>
              <a:t>Kasus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0642F-6FC5-4F69-951A-B74C20770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EFD932-FBF9-4B5F-9ED0-9D6FA63D1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743868"/>
            <a:ext cx="7904991" cy="474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17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AF24F-D4A9-45A7-A4D7-988C6D90F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Ketentuan</a:t>
            </a:r>
            <a:r>
              <a:rPr lang="en-US" b="1" dirty="0"/>
              <a:t> Internet dan </a:t>
            </a:r>
            <a:br>
              <a:rPr lang="en-US" b="1" dirty="0"/>
            </a:br>
            <a:r>
              <a:rPr lang="en-US" b="1" dirty="0"/>
              <a:t>Router Gateway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383B7-1813-496D-BE73-2496A2C76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Internet</a:t>
            </a:r>
          </a:p>
          <a:p>
            <a:pPr lvl="1"/>
            <a:r>
              <a:rPr lang="en-US" dirty="0" err="1"/>
              <a:t>Koneksi</a:t>
            </a:r>
            <a:r>
              <a:rPr lang="en-US" dirty="0"/>
              <a:t> internet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koneksi</a:t>
            </a:r>
            <a:r>
              <a:rPr lang="en-US" dirty="0"/>
              <a:t> internet dedicated/</a:t>
            </a:r>
            <a:r>
              <a:rPr lang="en-US" dirty="0" err="1"/>
              <a:t>riil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internet </a:t>
            </a:r>
            <a:r>
              <a:rPr lang="en-US" dirty="0" err="1"/>
              <a:t>rumah</a:t>
            </a:r>
            <a:r>
              <a:rPr lang="en-US" dirty="0"/>
              <a:t>/</a:t>
            </a:r>
            <a:r>
              <a:rPr lang="en-US" dirty="0" err="1"/>
              <a:t>kampus</a:t>
            </a:r>
            <a:r>
              <a:rPr lang="en-US" dirty="0"/>
              <a:t>/tethering mobile phone</a:t>
            </a:r>
          </a:p>
          <a:p>
            <a:pPr lvl="1"/>
            <a:r>
              <a:rPr lang="en-US" dirty="0" err="1"/>
              <a:t>Koneksi</a:t>
            </a:r>
            <a:r>
              <a:rPr lang="en-US" dirty="0"/>
              <a:t> internet </a:t>
            </a:r>
            <a:r>
              <a:rPr lang="en-US" dirty="0" err="1"/>
              <a:t>dibridging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virtualbox</a:t>
            </a:r>
            <a:r>
              <a:rPr lang="en-US" dirty="0"/>
              <a:t>/</a:t>
            </a:r>
            <a:r>
              <a:rPr lang="en-US" dirty="0" err="1"/>
              <a:t>Vmware</a:t>
            </a:r>
            <a:r>
              <a:rPr lang="en-US" dirty="0"/>
              <a:t> agar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dimanfaatkan</a:t>
            </a:r>
            <a:r>
              <a:rPr lang="en-US" dirty="0"/>
              <a:t> oleh </a:t>
            </a:r>
            <a:r>
              <a:rPr lang="en-US" dirty="0" err="1"/>
              <a:t>RouterOS</a:t>
            </a:r>
            <a:r>
              <a:rPr lang="en-US" dirty="0"/>
              <a:t> CHR </a:t>
            </a:r>
            <a:r>
              <a:rPr lang="en-US" dirty="0" err="1"/>
              <a:t>sebagai</a:t>
            </a:r>
            <a:r>
              <a:rPr lang="en-US" dirty="0"/>
              <a:t> gateway internet</a:t>
            </a:r>
          </a:p>
          <a:p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konfigurasi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RouterOS</a:t>
            </a:r>
            <a:r>
              <a:rPr lang="en-US" dirty="0"/>
              <a:t> yang </a:t>
            </a:r>
            <a:r>
              <a:rPr lang="en-US" dirty="0" err="1"/>
              <a:t>meliputi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Mengonfigurasi</a:t>
            </a:r>
            <a:r>
              <a:rPr lang="en-US" dirty="0"/>
              <a:t> user dan password </a:t>
            </a:r>
            <a:r>
              <a:rPr lang="en-US" dirty="0" err="1"/>
              <a:t>RouterOS</a:t>
            </a:r>
            <a:r>
              <a:rPr lang="en-US" dirty="0"/>
              <a:t> agar </a:t>
            </a:r>
            <a:r>
              <a:rPr lang="en-US" dirty="0" err="1"/>
              <a:t>tidak</a:t>
            </a:r>
            <a:r>
              <a:rPr lang="en-US" dirty="0"/>
              <a:t> default</a:t>
            </a:r>
          </a:p>
          <a:p>
            <a:pPr lvl="1"/>
            <a:r>
              <a:rPr lang="en-US" dirty="0" err="1"/>
              <a:t>Mengakfitkan</a:t>
            </a:r>
            <a:r>
              <a:rPr lang="en-US" dirty="0"/>
              <a:t> minimal 3 ethernet</a:t>
            </a:r>
          </a:p>
          <a:p>
            <a:pPr lvl="1"/>
            <a:r>
              <a:rPr lang="en-US" dirty="0"/>
              <a:t>Salah 1 ethernet (ether 1) </a:t>
            </a:r>
            <a:r>
              <a:rPr lang="en-US" dirty="0" err="1"/>
              <a:t>mendapat</a:t>
            </a:r>
            <a:r>
              <a:rPr lang="en-US" dirty="0"/>
              <a:t> IP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mekanisme</a:t>
            </a:r>
            <a:r>
              <a:rPr lang="en-US" dirty="0"/>
              <a:t> DHCP </a:t>
            </a:r>
            <a:r>
              <a:rPr lang="en-US" dirty="0" err="1"/>
              <a:t>klien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internet</a:t>
            </a:r>
          </a:p>
          <a:p>
            <a:pPr lvl="1"/>
            <a:r>
              <a:rPr lang="en-US" dirty="0" err="1"/>
              <a:t>Dua</a:t>
            </a:r>
            <a:r>
              <a:rPr lang="en-US" dirty="0"/>
              <a:t> ethernet </a:t>
            </a:r>
            <a:r>
              <a:rPr lang="en-US" dirty="0" err="1"/>
              <a:t>lainnya</a:t>
            </a:r>
            <a:r>
              <a:rPr lang="en-US" dirty="0"/>
              <a:t> (ether 2 dan ether 3) </a:t>
            </a:r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DHCP Server </a:t>
            </a:r>
            <a:r>
              <a:rPr lang="en-US" dirty="0" err="1"/>
              <a:t>kepada</a:t>
            </a:r>
            <a:r>
              <a:rPr lang="en-US" dirty="0"/>
              <a:t> PC </a:t>
            </a:r>
            <a:r>
              <a:rPr lang="en-US" dirty="0" err="1"/>
              <a:t>untuk</a:t>
            </a:r>
            <a:r>
              <a:rPr lang="en-US" dirty="0"/>
              <a:t> network admin dan PC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klien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IP yang </a:t>
            </a:r>
            <a:r>
              <a:rPr lang="en-US" dirty="0" err="1"/>
              <a:t>berbeda</a:t>
            </a:r>
            <a:r>
              <a:rPr lang="en-US" dirty="0"/>
              <a:t> network (IP </a:t>
            </a:r>
            <a:r>
              <a:rPr lang="en-US" dirty="0" err="1"/>
              <a:t>ditentukan</a:t>
            </a:r>
            <a:r>
              <a:rPr lang="en-US" dirty="0"/>
              <a:t> pada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Mengonfigurasi</a:t>
            </a:r>
            <a:r>
              <a:rPr lang="en-US" dirty="0"/>
              <a:t> NTP </a:t>
            </a:r>
            <a:r>
              <a:rPr lang="en-US" dirty="0" err="1"/>
              <a:t>sesuai</a:t>
            </a:r>
            <a:r>
              <a:rPr lang="en-US" dirty="0"/>
              <a:t> zona </a:t>
            </a:r>
            <a:r>
              <a:rPr lang="en-US" dirty="0" err="1"/>
              <a:t>waktu</a:t>
            </a:r>
            <a:r>
              <a:rPr lang="en-US" dirty="0"/>
              <a:t> yang </a:t>
            </a:r>
            <a:r>
              <a:rPr lang="en-US" dirty="0" err="1"/>
              <a:t>ditentukan</a:t>
            </a:r>
            <a:endParaRPr lang="en-US" dirty="0"/>
          </a:p>
          <a:p>
            <a:pPr lvl="1"/>
            <a:r>
              <a:rPr lang="en-US" dirty="0" err="1"/>
              <a:t>Mengonfigurasi</a:t>
            </a:r>
            <a:r>
              <a:rPr lang="en-US" dirty="0"/>
              <a:t> NAT masquerade </a:t>
            </a:r>
            <a:r>
              <a:rPr lang="en-US" dirty="0" err="1"/>
              <a:t>untuk</a:t>
            </a:r>
            <a:r>
              <a:rPr lang="en-US" dirty="0"/>
              <a:t> network private</a:t>
            </a:r>
          </a:p>
          <a:p>
            <a:pPr lvl="1"/>
            <a:r>
              <a:rPr lang="en-US" dirty="0" err="1"/>
              <a:t>Mengonfigurasi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DNS agar </a:t>
            </a:r>
            <a:r>
              <a:rPr lang="en-US" dirty="0" err="1"/>
              <a:t>klien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internet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host</a:t>
            </a:r>
          </a:p>
          <a:p>
            <a:pPr lvl="1"/>
            <a:r>
              <a:rPr lang="en-US" dirty="0" err="1"/>
              <a:t>Mengonfigurasi</a:t>
            </a:r>
            <a:r>
              <a:rPr lang="en-US" dirty="0"/>
              <a:t> </a:t>
            </a:r>
            <a:r>
              <a:rPr lang="en-US" dirty="0" err="1"/>
              <a:t>limitasi</a:t>
            </a:r>
            <a:r>
              <a:rPr lang="en-US" dirty="0"/>
              <a:t> bandwidth </a:t>
            </a:r>
            <a:r>
              <a:rPr lang="en-US" dirty="0" err="1"/>
              <a:t>untuk</a:t>
            </a:r>
            <a:r>
              <a:rPr lang="en-US" dirty="0"/>
              <a:t> 2 </a:t>
            </a:r>
            <a:r>
              <a:rPr lang="en-US" dirty="0" err="1"/>
              <a:t>segmen</a:t>
            </a:r>
            <a:r>
              <a:rPr lang="en-US" dirty="0"/>
              <a:t> network yang </a:t>
            </a:r>
            <a:r>
              <a:rPr lang="en-US" dirty="0" err="1"/>
              <a:t>berbeda</a:t>
            </a:r>
            <a:endParaRPr lang="en-US" dirty="0"/>
          </a:p>
          <a:p>
            <a:pPr lvl="1"/>
            <a:r>
              <a:rPr lang="en-US" dirty="0" err="1"/>
              <a:t>Mengonfigurasikan</a:t>
            </a:r>
            <a:r>
              <a:rPr lang="en-US" dirty="0"/>
              <a:t> Web Proxy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Cache proxy, </a:t>
            </a:r>
            <a:r>
              <a:rPr lang="en-US" dirty="0" err="1"/>
              <a:t>blokir</a:t>
            </a:r>
            <a:r>
              <a:rPr lang="en-US" dirty="0"/>
              <a:t> situs </a:t>
            </a:r>
            <a:r>
              <a:rPr lang="en-US" dirty="0" err="1"/>
              <a:t>tertentu</a:t>
            </a:r>
            <a:r>
              <a:rPr lang="en-US" dirty="0"/>
              <a:t>, dan transparent proxy</a:t>
            </a:r>
          </a:p>
          <a:p>
            <a:pPr lvl="1"/>
            <a:r>
              <a:rPr lang="en-US" dirty="0" err="1"/>
              <a:t>Membuat</a:t>
            </a:r>
            <a:r>
              <a:rPr lang="en-US" dirty="0"/>
              <a:t> user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klien</a:t>
            </a:r>
            <a:r>
              <a:rPr lang="en-US" dirty="0"/>
              <a:t> yang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internet</a:t>
            </a:r>
            <a:endParaRPr lang="en-ID" dirty="0"/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4514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FEA98-89D1-4519-82B5-C56F8A58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 err="1"/>
              <a:t>Ketentuan</a:t>
            </a:r>
            <a:r>
              <a:rPr lang="en-US" sz="3600" b="1" dirty="0"/>
              <a:t> PC Network Admin dan </a:t>
            </a:r>
            <a:r>
              <a:rPr lang="en-US" sz="3600" b="1" dirty="0" err="1"/>
              <a:t>Klien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3600" b="1" dirty="0"/>
              <a:t>(IP yang </a:t>
            </a:r>
            <a:r>
              <a:rPr lang="en-US" sz="3600" b="1" dirty="0" err="1"/>
              <a:t>digunakan</a:t>
            </a:r>
            <a:r>
              <a:rPr lang="en-US" sz="3600" b="1" dirty="0"/>
              <a:t> </a:t>
            </a:r>
            <a:r>
              <a:rPr lang="en-US" sz="3600" b="1" dirty="0" err="1"/>
              <a:t>berbeda</a:t>
            </a:r>
            <a:r>
              <a:rPr lang="en-US" sz="3600" b="1" dirty="0"/>
              <a:t> network)</a:t>
            </a:r>
            <a:endParaRPr lang="en-ID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EA693-8A34-4FC1-9F18-9505705D5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PC Network Admin</a:t>
            </a:r>
          </a:p>
          <a:p>
            <a:pPr lvl="1"/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dhcp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RouterOS</a:t>
            </a:r>
            <a:endParaRPr lang="en-US" dirty="0"/>
          </a:p>
          <a:p>
            <a:pPr lvl="1"/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internet (ping google, ping IP, ping </a:t>
            </a:r>
            <a:r>
              <a:rPr lang="en-US" dirty="0" err="1"/>
              <a:t>alamat</a:t>
            </a:r>
            <a:r>
              <a:rPr lang="en-US" dirty="0"/>
              <a:t> HOST)</a:t>
            </a:r>
          </a:p>
          <a:p>
            <a:pPr lvl="1"/>
            <a:r>
              <a:rPr lang="en-US" dirty="0" err="1"/>
              <a:t>Dapat</a:t>
            </a:r>
            <a:r>
              <a:rPr lang="en-US" dirty="0"/>
              <a:t> me-remote </a:t>
            </a:r>
            <a:r>
              <a:rPr lang="en-US" dirty="0" err="1"/>
              <a:t>RouterOS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winbox</a:t>
            </a:r>
            <a:r>
              <a:rPr lang="en-US" dirty="0"/>
              <a:t>, </a:t>
            </a:r>
            <a:r>
              <a:rPr lang="en-US" dirty="0" err="1"/>
              <a:t>cmd</a:t>
            </a:r>
            <a:r>
              <a:rPr lang="en-US" dirty="0"/>
              <a:t>/telnet, dan browser</a:t>
            </a:r>
          </a:p>
          <a:p>
            <a:pPr lvl="1"/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mengirim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ICMP </a:t>
            </a:r>
            <a:r>
              <a:rPr lang="en-US" dirty="0" err="1"/>
              <a:t>ke</a:t>
            </a:r>
            <a:r>
              <a:rPr lang="en-US" dirty="0"/>
              <a:t> PC </a:t>
            </a:r>
            <a:r>
              <a:rPr lang="en-US" dirty="0" err="1"/>
              <a:t>klien</a:t>
            </a:r>
            <a:endParaRPr lang="en-US" dirty="0"/>
          </a:p>
          <a:p>
            <a:r>
              <a:rPr lang="en-US" dirty="0"/>
              <a:t>PC </a:t>
            </a:r>
            <a:r>
              <a:rPr lang="en-US" dirty="0" err="1"/>
              <a:t>Klien</a:t>
            </a:r>
            <a:endParaRPr lang="en-US" dirty="0"/>
          </a:p>
          <a:p>
            <a:pPr lvl="1"/>
            <a:r>
              <a:rPr lang="en-US" dirty="0" err="1"/>
              <a:t>Mendapatkan</a:t>
            </a:r>
            <a:r>
              <a:rPr lang="en-US" dirty="0"/>
              <a:t> IP DHCP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RouterOS</a:t>
            </a:r>
            <a:endParaRPr lang="en-US" dirty="0"/>
          </a:p>
          <a:p>
            <a:pPr lvl="1"/>
            <a:r>
              <a:rPr lang="en-US" dirty="0"/>
              <a:t>Harus login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user yang </a:t>
            </a:r>
            <a:r>
              <a:rPr lang="en-US" dirty="0" err="1"/>
              <a:t>ditentukan</a:t>
            </a:r>
            <a:endParaRPr lang="en-US" dirty="0"/>
          </a:p>
          <a:p>
            <a:pPr lvl="1"/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internet (ping google, ping IP, ping </a:t>
            </a:r>
            <a:r>
              <a:rPr lang="en-US" dirty="0" err="1"/>
              <a:t>alamat</a:t>
            </a:r>
            <a:r>
              <a:rPr lang="en-US" dirty="0"/>
              <a:t> HOST)</a:t>
            </a:r>
          </a:p>
          <a:p>
            <a:pPr lvl="1"/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limitasi</a:t>
            </a:r>
            <a:r>
              <a:rPr lang="en-US" dirty="0"/>
              <a:t> bandwidth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kuota</a:t>
            </a:r>
            <a:r>
              <a:rPr lang="en-US" dirty="0"/>
              <a:t> yang </a:t>
            </a:r>
            <a:r>
              <a:rPr lang="en-US" dirty="0" err="1"/>
              <a:t>ditentukan</a:t>
            </a:r>
            <a:endParaRPr lang="en-US" dirty="0"/>
          </a:p>
          <a:p>
            <a:pPr lvl="1"/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mengirim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ICMP </a:t>
            </a:r>
            <a:r>
              <a:rPr lang="en-US" dirty="0" err="1"/>
              <a:t>ke</a:t>
            </a:r>
            <a:r>
              <a:rPr lang="en-US" dirty="0"/>
              <a:t> PC network admin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9526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1E5D5-58C1-422F-A053-51A1586A7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Pelaporan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9207E-4ED3-4764-BBFB-3C78BD76C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dikerjakan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tertulis</a:t>
            </a:r>
            <a:r>
              <a:rPr lang="en-US" dirty="0"/>
              <a:t> </a:t>
            </a:r>
            <a:r>
              <a:rPr lang="en-US" dirty="0" err="1"/>
              <a:t>berformat</a:t>
            </a:r>
            <a:r>
              <a:rPr lang="en-US" dirty="0"/>
              <a:t> PDF.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susunan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Cover</a:t>
            </a:r>
          </a:p>
          <a:p>
            <a:pPr lvl="1"/>
            <a:r>
              <a:rPr lang="en-US" dirty="0"/>
              <a:t>Dasar </a:t>
            </a:r>
            <a:r>
              <a:rPr lang="en-US" dirty="0" err="1"/>
              <a:t>teori</a:t>
            </a:r>
            <a:r>
              <a:rPr lang="en-US" dirty="0"/>
              <a:t>, </a:t>
            </a:r>
            <a:r>
              <a:rPr lang="en-US" dirty="0" err="1"/>
              <a:t>alat</a:t>
            </a:r>
            <a:r>
              <a:rPr lang="en-US" dirty="0"/>
              <a:t> dan </a:t>
            </a:r>
            <a:r>
              <a:rPr lang="en-US" dirty="0" err="1"/>
              <a:t>bahan</a:t>
            </a:r>
            <a:r>
              <a:rPr lang="en-US" dirty="0"/>
              <a:t> (1 </a:t>
            </a:r>
            <a:r>
              <a:rPr lang="en-US" dirty="0" err="1"/>
              <a:t>halaman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Langkah-Langkah </a:t>
            </a:r>
            <a:r>
              <a:rPr lang="en-US" b="1" dirty="0" err="1"/>
              <a:t>mulai</a:t>
            </a:r>
            <a:r>
              <a:rPr lang="en-US" b="1" dirty="0"/>
              <a:t> </a:t>
            </a:r>
            <a:r>
              <a:rPr lang="en-US" b="1" dirty="0" err="1"/>
              <a:t>dari</a:t>
            </a:r>
            <a:r>
              <a:rPr lang="en-US" b="1" dirty="0"/>
              <a:t> </a:t>
            </a:r>
            <a:r>
              <a:rPr lang="en-US" b="1" dirty="0" err="1"/>
              <a:t>awal</a:t>
            </a:r>
            <a:r>
              <a:rPr lang="en-US" b="1" dirty="0"/>
              <a:t> (</a:t>
            </a:r>
            <a:r>
              <a:rPr lang="en-US" b="1" dirty="0" err="1"/>
              <a:t>Konfigurasi</a:t>
            </a:r>
            <a:r>
              <a:rPr lang="en-US" b="1" dirty="0"/>
              <a:t> </a:t>
            </a:r>
            <a:r>
              <a:rPr lang="en-US" b="1" dirty="0" err="1"/>
              <a:t>RouterOS</a:t>
            </a:r>
            <a:r>
              <a:rPr lang="en-US" b="1" dirty="0"/>
              <a:t>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 err="1">
                <a:sym typeface="Wingdings" panose="05000000000000000000" pitchFamily="2" charset="2"/>
              </a:rPr>
              <a:t>klien</a:t>
            </a:r>
            <a:r>
              <a:rPr lang="en-US" b="1" dirty="0">
                <a:sym typeface="Wingdings" panose="05000000000000000000" pitchFamily="2" charset="2"/>
              </a:rPr>
              <a:t> 1 dan </a:t>
            </a:r>
            <a:r>
              <a:rPr lang="en-US" b="1" dirty="0" err="1">
                <a:sym typeface="Wingdings" panose="05000000000000000000" pitchFamily="2" charset="2"/>
              </a:rPr>
              <a:t>klien</a:t>
            </a:r>
            <a:r>
              <a:rPr lang="en-US" b="1" dirty="0">
                <a:sym typeface="Wingdings" panose="05000000000000000000" pitchFamily="2" charset="2"/>
              </a:rPr>
              <a:t> 2)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Langkah-Langkah </a:t>
            </a:r>
            <a:r>
              <a:rPr lang="en-US" b="1" dirty="0" err="1">
                <a:solidFill>
                  <a:srgbClr val="FF0000"/>
                </a:solidFill>
                <a:sym typeface="Wingdings" panose="05000000000000000000" pitchFamily="2" charset="2"/>
              </a:rPr>
              <a:t>pengujian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 system</a:t>
            </a:r>
          </a:p>
          <a:p>
            <a:r>
              <a:rPr lang="en-US" dirty="0" err="1">
                <a:sym typeface="Wingdings" panose="05000000000000000000" pitchFamily="2" charset="2"/>
              </a:rPr>
              <a:t>Dipresentasikan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secara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langsung</a:t>
            </a:r>
            <a:r>
              <a:rPr lang="en-US" dirty="0">
                <a:sym typeface="Wingdings" panose="05000000000000000000" pitchFamily="2" charset="2"/>
              </a:rPr>
              <a:t>/</a:t>
            </a:r>
            <a:r>
              <a:rPr lang="en-US" dirty="0" err="1">
                <a:sym typeface="Wingdings" panose="05000000000000000000" pitchFamily="2" charset="2"/>
              </a:rPr>
              <a:t>dalam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bentuk</a:t>
            </a:r>
            <a:r>
              <a:rPr lang="en-US" dirty="0">
                <a:sym typeface="Wingdings" panose="05000000000000000000" pitchFamily="2" charset="2"/>
              </a:rPr>
              <a:t> video </a:t>
            </a:r>
            <a:r>
              <a:rPr lang="en-US" dirty="0" err="1">
                <a:sym typeface="Wingdings" panose="05000000000000000000" pitchFamily="2" charset="2"/>
              </a:rPr>
              <a:t>rekaman</a:t>
            </a:r>
            <a:r>
              <a:rPr lang="en-US" dirty="0">
                <a:sym typeface="Wingdings" panose="05000000000000000000" pitchFamily="2" charset="2"/>
              </a:rPr>
              <a:t> pada </a:t>
            </a:r>
            <a:r>
              <a:rPr lang="en-US" dirty="0" err="1">
                <a:sym typeface="Wingdings" panose="05000000000000000000" pitchFamily="2" charset="2"/>
              </a:rPr>
              <a:t>saat</a:t>
            </a:r>
            <a:r>
              <a:rPr lang="en-US" dirty="0">
                <a:sym typeface="Wingdings" panose="05000000000000000000" pitchFamily="2" charset="2"/>
              </a:rPr>
              <a:t> UTS</a:t>
            </a:r>
          </a:p>
          <a:p>
            <a:r>
              <a:rPr lang="en-US" dirty="0">
                <a:sym typeface="Wingdings" panose="05000000000000000000" pitchFamily="2" charset="2"/>
              </a:rPr>
              <a:t>Due Date : 16 Mei </a:t>
            </a:r>
            <a:r>
              <a:rPr lang="en-US" dirty="0" smtClean="0">
                <a:sym typeface="Wingdings" panose="05000000000000000000" pitchFamily="2" charset="2"/>
              </a:rPr>
              <a:t>2025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67653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</TotalTime>
  <Words>370</Words>
  <Application>Microsoft Office PowerPoint</Application>
  <PresentationFormat>On-screen Show (4:3)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UJIAN TENGAH SEMESTER</vt:lpstr>
      <vt:lpstr>Persiapan</vt:lpstr>
      <vt:lpstr>Topologi Studi Kasus</vt:lpstr>
      <vt:lpstr>Ketentuan Internet dan  Router Gateway</vt:lpstr>
      <vt:lpstr>Ketentuan PC Network Admin dan Klien (IP yang digunakan berbeda network)</vt:lpstr>
      <vt:lpstr>Pelaporan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UJIAN TENGAH SEMESTER PRAKTIKUM ADMINISTRASI JARINGAN KOMPUTER</dc:title>
  <dc:creator>Puspanda Hatta</dc:creator>
  <cp:lastModifiedBy>Gde</cp:lastModifiedBy>
  <cp:revision>20</cp:revision>
  <dcterms:created xsi:type="dcterms:W3CDTF">2022-04-21T07:30:34Z</dcterms:created>
  <dcterms:modified xsi:type="dcterms:W3CDTF">2025-02-19T02:30:22Z</dcterms:modified>
</cp:coreProperties>
</file>